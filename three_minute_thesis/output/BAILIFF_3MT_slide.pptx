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>
                <a:solidFill>
                  <a:srgbClr val="0F172A"/>
                </a:solidFill>
              </a:rPr>
              <a:t>Can AI Hold a Fair Trial?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334155"/>
                </a:solidFill>
              </a:rPr>
              <a:t>B.A.I.L.I.F.F. audits legal AI with adversarial, paired mock trials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12064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</a:rPr>
              <a:t>What we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4155"/>
                </a:solidFill>
              </a:rPr>
              <a:t>• Same case facts, only demographic cue toggled</a:t>
            </a:r>
            <a:br/>
            <a:r>
              <a:t>• Three-agent courtroom: Judge, Prosecution, Defense</a:t>
            </a:r>
            <a:br/>
            <a:r>
              <a:t>• We measured both:</a:t>
            </a:r>
            <a:br/>
            <a:r>
              <a:t>   - Verdict direction (delta, OR)</a:t>
            </a:r>
            <a:br/>
            <a:r>
              <a:t>   - Procedural stability (flip rate)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4572000" cy="14173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389120"/>
            <a:ext cx="4160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</a:rPr>
              <a:t>Key message:</a:t>
            </a:r>
            <a:br/>
            <a:r>
              <a:t>Even when pooled outcome shifts are modest,</a:t>
            </a:r>
            <a:br/>
            <a:r>
              <a:t>flip rates stay non-zero across model families.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1325880"/>
            <a:ext cx="594360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60020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E293B"/>
                </a:solidFill>
              </a:rPr>
              <a:t>Observed stability by model family</a:t>
            </a:r>
          </a:p>
        </p:txBody>
      </p:sp>
      <p:pic>
        <p:nvPicPr>
          <p:cNvPr id="12" name="Picture 11" descr="3mt_flip_rat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65960"/>
            <a:ext cx="5486400" cy="3611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355080"/>
            <a:ext cx="11338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</a:rPr>
              <a:t>Single static slide (3MT-compliant): no animations, no transitions, no embedded media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